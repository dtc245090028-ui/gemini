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Times New Roman"/>
              </a:rPr>
              <a:t>Giao dịch được quản lý bởi </a:t>
            </a:r>
            <a:r>
              <a:rPr sz="1100" b="1">
                <a:solidFill>
                  <a:srgbClr val="0F172A"/>
                </a:solidFill>
                <a:latin typeface="Consolas"/>
                <a:highlight>
                  <a:srgbClr val="EDEDED"/>
                </a:highlight>
              </a:rPr>
              <a:t>WriteGateContext</a:t>
            </a:r>
            <a:r>
              <a:rPr sz="1200">
                <a:latin typeface="Times New Roman"/>
              </a:rPr>
              <a:t> để chống xung đột.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